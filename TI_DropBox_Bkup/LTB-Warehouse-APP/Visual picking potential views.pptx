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66FF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47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B81B7-D8C7-46D8-8584-2DCF7ACE7F48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C705D-034D-4672-8274-5FA2FE0855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0" y="6858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0" y="26670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Belk.com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6800" y="16764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0" y="16764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BBB.com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10400" y="16764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6800" y="6858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0" y="6858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67000" y="16764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33800" y="16764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Macys.com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67000" y="26670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Wayfair.com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33800" y="6858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33800" y="26670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76800" y="26670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10400" y="26670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Walmart.com</a:t>
            </a:r>
            <a:endParaRPr lang="en-US" sz="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emandware.edgesuite.net/aaci_prd/on/demandware.static/-/Sites-lifetime_catalog/default/dw7a54029f/images/0/SL170-2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200400"/>
            <a:ext cx="2819399" cy="2819399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8100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866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Belk.com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198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866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BBB.com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534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198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866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0" y="13716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1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6800" y="13716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Macys.com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4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Wayfair.com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768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768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19800" y="23622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2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34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Walmart.com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2400" y="381000"/>
            <a:ext cx="3581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FL1 XXXX-YY</a:t>
            </a:r>
          </a:p>
          <a:p>
            <a:endParaRPr lang="en-US" dirty="0"/>
          </a:p>
          <a:p>
            <a:r>
              <a:rPr lang="en-US" sz="4000" dirty="0" smtClean="0"/>
              <a:t>SL170-201</a:t>
            </a:r>
          </a:p>
          <a:p>
            <a:r>
              <a:rPr lang="en-US" sz="2400" dirty="0" smtClean="0"/>
              <a:t>Cocoa Blossom Dinner Plate</a:t>
            </a:r>
          </a:p>
          <a:p>
            <a:endParaRPr lang="en-US" sz="2400" dirty="0"/>
          </a:p>
          <a:p>
            <a:r>
              <a:rPr lang="en-US" sz="2400" dirty="0" smtClean="0"/>
              <a:t>Quantity to PICK = </a:t>
            </a:r>
            <a:r>
              <a:rPr lang="en-US" sz="5400" dirty="0" smtClean="0"/>
              <a:t>7</a:t>
            </a:r>
            <a:endParaRPr lang="en-US" sz="5400" dirty="0"/>
          </a:p>
        </p:txBody>
      </p:sp>
      <p:sp>
        <p:nvSpPr>
          <p:cNvPr id="19" name="TextBox 18"/>
          <p:cNvSpPr txBox="1"/>
          <p:nvPr/>
        </p:nvSpPr>
        <p:spPr>
          <a:xfrm>
            <a:off x="6019800" y="5983069"/>
            <a:ext cx="3098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SL170-201</a:t>
            </a:r>
          </a:p>
          <a:p>
            <a:r>
              <a:rPr lang="en-US" sz="2000" dirty="0" smtClean="0"/>
              <a:t>Cocoa Blossom Dinner Plate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emandware.edgesuite.net/aaci_prd/on/demandware.static/-/Sites-lifetime_catalog/default/dw7a54029f/images/0/SL170-2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200400"/>
            <a:ext cx="2819399" cy="2819399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8100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866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Belk.com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198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866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BBB.com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534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198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866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0" y="13716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1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6800" y="13716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Macys.com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4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Wayfair.com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768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768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19800" y="23622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2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34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Walmart.com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2400" y="381000"/>
            <a:ext cx="3581400" cy="3539430"/>
          </a:xfrm>
          <a:prstGeom prst="rect">
            <a:avLst/>
          </a:prstGeom>
          <a:solidFill>
            <a:srgbClr val="66FF66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FL1 XXXX-YY</a:t>
            </a:r>
          </a:p>
          <a:p>
            <a:endParaRPr lang="en-US" dirty="0"/>
          </a:p>
          <a:p>
            <a:r>
              <a:rPr lang="en-US" sz="4000" dirty="0" smtClean="0"/>
              <a:t>SL170-201</a:t>
            </a:r>
          </a:p>
          <a:p>
            <a:r>
              <a:rPr lang="en-US" sz="2400" dirty="0" smtClean="0"/>
              <a:t>Cocoa Blossom Dinner Plate</a:t>
            </a:r>
          </a:p>
          <a:p>
            <a:endParaRPr lang="en-US" sz="2400" dirty="0"/>
          </a:p>
          <a:p>
            <a:r>
              <a:rPr lang="en-US" sz="2400" dirty="0" smtClean="0"/>
              <a:t>Quantity to PICK = </a:t>
            </a:r>
            <a:r>
              <a:rPr lang="en-US" sz="5400" dirty="0" smtClean="0"/>
              <a:t>7</a:t>
            </a:r>
            <a:endParaRPr lang="en-US" sz="5400" dirty="0"/>
          </a:p>
        </p:txBody>
      </p:sp>
      <p:sp>
        <p:nvSpPr>
          <p:cNvPr id="19" name="TextBox 18"/>
          <p:cNvSpPr txBox="1"/>
          <p:nvPr/>
        </p:nvSpPr>
        <p:spPr>
          <a:xfrm>
            <a:off x="6019800" y="5983069"/>
            <a:ext cx="3098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SL170-201</a:t>
            </a:r>
          </a:p>
          <a:p>
            <a:r>
              <a:rPr lang="en-US" sz="2000" dirty="0" smtClean="0"/>
              <a:t>Cocoa Blossom Dinner Plate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emandware.edgesuite.net/aaci_prd/on/demandware.static/-/Sites-lifetime_catalog/default/dw7a54029f/images/0/SL170-2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200400"/>
            <a:ext cx="2819399" cy="2819399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8100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866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Belk.com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198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866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BBB.com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534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198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866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0" y="13716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1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6800" y="1371600"/>
            <a:ext cx="914400" cy="914400"/>
          </a:xfrm>
          <a:prstGeom prst="rect">
            <a:avLst/>
          </a:prstGeom>
          <a:solidFill>
            <a:schemeClr val="bg2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Macys.com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4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Wayfair.com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768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768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19800" y="2362200"/>
            <a:ext cx="914400" cy="914400"/>
          </a:xfrm>
          <a:prstGeom prst="rect">
            <a:avLst/>
          </a:prstGeom>
          <a:solidFill>
            <a:srgbClr val="66FF66">
              <a:alpha val="90000"/>
            </a:srgb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2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34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Walmart.com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2400" y="381000"/>
            <a:ext cx="3581400" cy="3539430"/>
          </a:xfrm>
          <a:prstGeom prst="rect">
            <a:avLst/>
          </a:prstGeom>
          <a:solidFill>
            <a:srgbClr val="66FF66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FL1 XXXX-YY</a:t>
            </a:r>
          </a:p>
          <a:p>
            <a:endParaRPr lang="en-US" dirty="0"/>
          </a:p>
          <a:p>
            <a:r>
              <a:rPr lang="en-US" sz="4000" dirty="0" smtClean="0"/>
              <a:t>SL170-201</a:t>
            </a:r>
          </a:p>
          <a:p>
            <a:r>
              <a:rPr lang="en-US" sz="2400" dirty="0" smtClean="0"/>
              <a:t>Cocoa Blossom Dinner Plate</a:t>
            </a:r>
          </a:p>
          <a:p>
            <a:endParaRPr lang="en-US" sz="2400" dirty="0"/>
          </a:p>
          <a:p>
            <a:r>
              <a:rPr lang="en-US" sz="2400" dirty="0" smtClean="0"/>
              <a:t>Quantity to PICK = </a:t>
            </a:r>
            <a:r>
              <a:rPr lang="en-US" sz="5400" dirty="0" smtClean="0"/>
              <a:t>7</a:t>
            </a:r>
            <a:endParaRPr lang="en-US" sz="5400" dirty="0"/>
          </a:p>
        </p:txBody>
      </p:sp>
      <p:sp>
        <p:nvSpPr>
          <p:cNvPr id="19" name="TextBox 18"/>
          <p:cNvSpPr txBox="1"/>
          <p:nvPr/>
        </p:nvSpPr>
        <p:spPr>
          <a:xfrm>
            <a:off x="6019800" y="5983069"/>
            <a:ext cx="3098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SL170-201</a:t>
            </a:r>
          </a:p>
          <a:p>
            <a:r>
              <a:rPr lang="en-US" sz="2000" dirty="0" smtClean="0"/>
              <a:t>Cocoa Blossom Dinner Plate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emandware.edgesuite.net/aaci_prd/on/demandware.static/-/Sites-lifetime_catalog/default/dw7a54029f/images/0/SL170-2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200400"/>
            <a:ext cx="2819399" cy="2819399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8100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866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Belk.com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198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866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BBB.com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534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198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866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68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Macys.com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Wayfair.com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768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768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19800" y="2362200"/>
            <a:ext cx="914400" cy="914400"/>
          </a:xfrm>
          <a:prstGeom prst="rect">
            <a:avLst/>
          </a:prstGeom>
          <a:solidFill>
            <a:srgbClr val="0066FF">
              <a:alpha val="89804"/>
            </a:srgb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Complete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34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Walmart.com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2400" y="381000"/>
            <a:ext cx="3581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FL1 XXXX-YY</a:t>
            </a:r>
          </a:p>
          <a:p>
            <a:endParaRPr lang="en-US" dirty="0"/>
          </a:p>
          <a:p>
            <a:r>
              <a:rPr lang="en-US" sz="4000" dirty="0" smtClean="0"/>
              <a:t>SL170-201</a:t>
            </a:r>
          </a:p>
          <a:p>
            <a:r>
              <a:rPr lang="en-US" sz="2400" dirty="0" smtClean="0"/>
              <a:t>Cocoa Blossom Dinner Plate</a:t>
            </a:r>
          </a:p>
          <a:p>
            <a:endParaRPr lang="en-US" sz="2400" dirty="0"/>
          </a:p>
          <a:p>
            <a:r>
              <a:rPr lang="en-US" sz="2400" dirty="0" smtClean="0"/>
              <a:t>Quantity to PICK = </a:t>
            </a:r>
            <a:r>
              <a:rPr lang="en-US" sz="5400" dirty="0" smtClean="0"/>
              <a:t>7</a:t>
            </a:r>
            <a:endParaRPr lang="en-US" sz="5400" dirty="0"/>
          </a:p>
        </p:txBody>
      </p:sp>
      <p:sp>
        <p:nvSpPr>
          <p:cNvPr id="19" name="TextBox 18"/>
          <p:cNvSpPr txBox="1"/>
          <p:nvPr/>
        </p:nvSpPr>
        <p:spPr>
          <a:xfrm>
            <a:off x="6019800" y="5983069"/>
            <a:ext cx="3098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SL170-201</a:t>
            </a:r>
          </a:p>
          <a:p>
            <a:r>
              <a:rPr lang="en-US" sz="2000" dirty="0" smtClean="0"/>
              <a:t>Cocoa Blossom Dinner Plate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8100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866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Belk.com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866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BBB.com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534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198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086600" y="3810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Platzgraff.com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876800" y="13716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Macys.com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8768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Kohls.com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019800" y="2362200"/>
            <a:ext cx="914400" cy="914400"/>
          </a:xfrm>
          <a:prstGeom prst="rect">
            <a:avLst/>
          </a:prstGeom>
          <a:solidFill>
            <a:srgbClr val="0066FF">
              <a:alpha val="89804"/>
            </a:srgb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Complete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53400" y="2362200"/>
            <a:ext cx="914400" cy="914400"/>
          </a:xfrm>
          <a:prstGeom prst="rect">
            <a:avLst/>
          </a:prstGeom>
          <a:solidFill>
            <a:schemeClr val="tx1">
              <a:alpha val="90000"/>
            </a:scheme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Walmart.com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019800" y="1371600"/>
            <a:ext cx="914400" cy="914400"/>
          </a:xfrm>
          <a:prstGeom prst="rect">
            <a:avLst/>
          </a:prstGeom>
          <a:solidFill>
            <a:srgbClr val="0066FF">
              <a:alpha val="89804"/>
            </a:srgb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Complete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810000" y="2362200"/>
            <a:ext cx="914400" cy="914400"/>
          </a:xfrm>
          <a:prstGeom prst="rect">
            <a:avLst/>
          </a:prstGeom>
          <a:solidFill>
            <a:srgbClr val="0066FF">
              <a:alpha val="89804"/>
            </a:srgb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Wayfair.com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Complete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876800" y="381000"/>
            <a:ext cx="914400" cy="914400"/>
          </a:xfrm>
          <a:prstGeom prst="rect">
            <a:avLst/>
          </a:prstGeom>
          <a:solidFill>
            <a:srgbClr val="0066FF">
              <a:alpha val="89804"/>
            </a:srgb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Pfaltzgraf.com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Complete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810000" y="1371600"/>
            <a:ext cx="914400" cy="914400"/>
          </a:xfrm>
          <a:prstGeom prst="rect">
            <a:avLst/>
          </a:prstGeom>
          <a:solidFill>
            <a:srgbClr val="0066FF">
              <a:alpha val="89804"/>
            </a:srgbClr>
          </a:solidFill>
          <a:ln w="381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b="1" dirty="0" smtClean="0">
                <a:solidFill>
                  <a:srgbClr val="0070C0"/>
                </a:solidFill>
              </a:rPr>
              <a:t>Mikasa.com</a:t>
            </a:r>
          </a:p>
          <a:p>
            <a:pPr algn="ctr"/>
            <a:endParaRPr lang="en-US" sz="800" b="1" dirty="0">
              <a:solidFill>
                <a:srgbClr val="0070C0"/>
              </a:solidFill>
            </a:endParaRPr>
          </a:p>
          <a:p>
            <a:pPr algn="ctr"/>
            <a:r>
              <a:rPr lang="en-US" sz="1400" b="1" dirty="0" smtClean="0">
                <a:solidFill>
                  <a:srgbClr val="FF0000"/>
                </a:solidFill>
              </a:rPr>
              <a:t>Complete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43000" y="4419600"/>
            <a:ext cx="66294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SL170-201 Cocoa Blossom Dinner Plate		2 pieces</a:t>
            </a:r>
          </a:p>
          <a:p>
            <a:r>
              <a:rPr lang="en-US" b="1" dirty="0" smtClean="0"/>
              <a:t>SL170-220 Cocoa Blossom Rim Soup			2 pieces</a:t>
            </a:r>
          </a:p>
          <a:p>
            <a:r>
              <a:rPr lang="en-US" b="1" dirty="0" smtClean="0"/>
              <a:t>SL170-212 Cocoa Blossom Tea Cup and Saucer		2 pieces</a:t>
            </a:r>
          </a:p>
          <a:p>
            <a:endParaRPr lang="en-US" dirty="0" smtClean="0"/>
          </a:p>
          <a:p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H="1">
            <a:off x="1752600" y="3429000"/>
            <a:ext cx="45720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6324600" y="3429000"/>
            <a:ext cx="13716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172</Words>
  <Application>Microsoft Office PowerPoint</Application>
  <PresentationFormat>On-screen Show (4:3)</PresentationFormat>
  <Paragraphs>149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Lifetime Brands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dave.fitzgerald</dc:creator>
  <cp:lastModifiedBy>dave.fitzgerald</cp:lastModifiedBy>
  <cp:revision>5</cp:revision>
  <dcterms:created xsi:type="dcterms:W3CDTF">2016-05-16T14:22:40Z</dcterms:created>
  <dcterms:modified xsi:type="dcterms:W3CDTF">2016-05-16T15:06:28Z</dcterms:modified>
</cp:coreProperties>
</file>